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three healthy signals: all endpoints respond, the test suite is green at 8 tests, and the fixture ships with seed data so demos work out of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bug is a one-line summary; details live in the review doc. The O(n²) pattern is the most impactful, followed by the empty-order semantic bug and the average_stock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mirrors the review doc's Bug Summary. All three are severity Important — none is a blocker, but all should land before the Q3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Prioritize the bulk_restock refactor first — it removes the quadratic behavior. Then add the empty-order guard, and finally the average_stock edge-case guard.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B5C"/>
                </a:solidFill>
              </a:rPr>
              <a:t>Inventory Service Health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Q3 review of the fixture service — healthy, three bugs to fix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C"/>
                </a:solidFill>
              </a:rPr>
              <a:t>The service is stable: endpoints, tests, and seed data all 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3 endpoints working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8 tests passing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Fixture seeded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C"/>
                </a:solidFill>
              </a:rPr>
              <a:t>Three bugs block the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bulk_restock rebuilds the key list every iteration — O(n²)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empty-order bypass skips availability checks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average_stock risks ZeroDivisionError on empty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C"/>
                </a:solidFill>
              </a:rPr>
              <a:t>Bug summary: three fixes, all Important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73736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731520">
                <a:tc>
                  <a:txBody>
                    <a:bodyPr/>
                    <a:lstStyle/>
                    <a:p>
                      <a:r>
                        <a:rPr sz="1800"/>
                        <a:t>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Severity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/>
                        <a:t>Off-by-one index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bulk_restock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Important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/>
                        <a:t>Empty-order semantic bug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fulfill_by_skus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Important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/>
                        <a:t>ZeroDivisionError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average_stock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Important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C"/>
                </a:solidFill>
              </a:rPr>
              <a:t>Fix all three before 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Refactor bulk_restock to iterate with .items()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Validate empty orders before fulfillment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Guard average_stock against an empty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3B5C"/>
                </a:solidFill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Land the three fixes in fixture v2</a:t>
            </a:r>
          </a:p>
          <a:p>
            <a:pPr>
              <a:spcAft>
                <a:spcPts val="1000"/>
              </a:spcAft>
              <a:defRPr sz="2400">
                <a:solidFill>
                  <a:srgbClr val="222222"/>
                </a:solidFill>
              </a:defRPr>
            </a:pPr>
            <a:r>
              <a:t>• Re-run the 8-test suite to confirm green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