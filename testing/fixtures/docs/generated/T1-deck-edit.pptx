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bulk_restock refactor lands first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/>
              <a:t>Inventory Service Health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/>
              <a:t>Q3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/>
              <a:t>What's 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• 3 endpoints working</a:t>
            </a:r>
          </a:p>
          <a:p>
            <a:pPr>
              <a:defRPr sz="2400"/>
            </a:pPr>
            <a:r>
              <a:t>• 8 tests passing</a:t>
            </a:r>
          </a:p>
          <a:p>
            <a:pPr>
              <a:defRPr sz="2400"/>
            </a:pPr>
            <a:r>
              <a:t>• Fixture seeded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Three bugs found — all fixed in fixture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• bulk_restock O(n^2) pattern</a:t>
            </a:r>
          </a:p>
          <a:p>
            <a:pPr>
              <a:defRPr sz="2400"/>
            </a:pPr>
            <a:r>
              <a:t>• empty-order bypass</a:t>
            </a:r>
          </a:p>
          <a:p>
            <a:pPr>
              <a:defRPr sz="2400"/>
            </a:pPr>
            <a:r>
              <a:t>• average_stock ZeroDivisionError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/>
              <a:t>Bug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800100">
                <a:tc>
                  <a:txBody>
                    <a:bodyPr/>
                    <a:lstStyle/>
                    <a:p>
                      <a:r>
                        <a:t>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Severity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off-by-one index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bulk_restock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Important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empty-order semantic 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fulfill_by_skus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Important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ZeroDivisionError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average_stock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Important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/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• Refactor bulk_restock to .items()</a:t>
            </a:r>
          </a:p>
          <a:p>
            <a:pPr>
              <a:defRPr sz="2400"/>
            </a:pPr>
            <a:r>
              <a:t>• Validate empty orders</a:t>
            </a:r>
          </a:p>
          <a:p>
            <a:pPr>
              <a:defRPr sz="2400"/>
            </a:pPr>
            <a:r>
              <a:t>• Guard empty average_stock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/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• Fix three bugs</a:t>
            </a:r>
          </a:p>
          <a:p>
            <a:pPr>
              <a:defRPr sz="2400"/>
            </a:pPr>
            <a:r>
              <a:t>• Re-run test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